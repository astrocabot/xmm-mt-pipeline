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4" d="100"/>
          <a:sy n="74" d="100"/>
        </p:scale>
        <p:origin x="96" y="8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3ACCE-0416-1290-D3E4-19F925766E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94F04-1066-0084-AE2C-51E8F2380F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DC775-40DE-BA04-B21C-1BD1F97B4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71BB8-9EE8-457C-B737-15FE32EE095D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F74F2-8A72-F572-7444-550CBBBA0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052C0-E442-DBB3-7199-B89C3D5D0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87FBF-96A0-467F-9A97-92FBBE1A3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024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3204B-F11B-35B3-D07A-E8418EA00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0947F-0331-4962-4261-B6F6C0AC6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71F75-DB04-4096-A850-42116ECD0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71BB8-9EE8-457C-B737-15FE32EE095D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D693E-E69C-1752-8A5B-993C0CAD9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BCEB9-EEB7-45B3-6F3C-06737F7D8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87FBF-96A0-467F-9A97-92FBBE1A3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463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BFD02-372D-5913-4A0B-00D0D5D5E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0F815-7058-1588-D884-3302C5B80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FF16D-755C-612C-B311-CAFF75A69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71BB8-9EE8-457C-B737-15FE32EE095D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250F1-EBB2-BCC1-E5EB-6956526F2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DCF5D-ED4F-E028-591A-E7C92E07F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87FBF-96A0-467F-9A97-92FBBE1A3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659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1808D-3F33-149B-4AF0-6C02880BF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D1DC0-EF05-8270-5272-5BEAB4F933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995F41-2284-5DD2-7DD4-163D2DCD08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4910E-7D7C-A9E7-2CEE-30EB119C9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71BB8-9EE8-457C-B737-15FE32EE095D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9E3160-71E8-E050-7805-AD5528991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616D96-855D-E64A-CF6D-347EEC9D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87FBF-96A0-467F-9A97-92FBBE1A3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79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94106-EEF2-02A7-903F-1F96E7A7D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76CFD-D2C6-B7F6-6CFA-5FEB2E885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1982C8-8CAC-0E53-86BC-A4C645F46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47EA4D-5BF3-95E1-B77A-9808F21222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494C7D-008A-9D4B-BD01-6EC7F49522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D3E5D6-6EAA-9266-4F65-C8E286543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71BB8-9EE8-457C-B737-15FE32EE095D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34FBBE-A8E7-2EA4-E9EE-C090B7298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8585CD-FB7F-9FD8-E65A-89715387A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87FBF-96A0-467F-9A97-92FBBE1A3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476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DDB6B-4C1A-ECE7-6E5C-DA01542D2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79A573-57B7-55E9-2B70-40612CC96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71BB8-9EE8-457C-B737-15FE32EE095D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D52CEA-569C-921E-5C61-031DBA51C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4157A2-727E-CAC2-D58D-11F8F90D2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87FBF-96A0-467F-9A97-92FBBE1A3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305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2A610E-87B1-9653-38C3-AB3FC6639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71BB8-9EE8-457C-B737-15FE32EE095D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38D191-84F8-46D2-9930-D84E130F4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740A8-E4B0-BA27-6FBB-840D8ACAE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87FBF-96A0-467F-9A97-92FBBE1A3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95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84ECE-FDF0-38C4-9F4C-6902939A3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9DB62-D00C-A347-A2EB-9FF229D5B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38058-CD3B-9480-E699-F0B3DEB9F5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5ADE0C-730A-9E71-3F82-F24589AD6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71BB8-9EE8-457C-B737-15FE32EE095D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728EA0-603D-974C-F5EF-39D7075F0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01F638-AD6C-0B88-07F0-97ADDA8EE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87FBF-96A0-467F-9A97-92FBBE1A3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66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D2F4F-E808-2BDB-8024-D9A0CB5A8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2E1B12-0085-6A8B-2D16-AF9555E3BA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B91923-CBB2-2874-E684-CE28A85B1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2A1986-C3CE-C44D-17DD-F6342F49F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71BB8-9EE8-457C-B737-15FE32EE095D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C738FA-4D11-3376-D6F2-051E5C883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845816-4898-40F5-57C9-6856F6DDC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87FBF-96A0-467F-9A97-92FBBE1A3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462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34121-F058-5633-2564-5EEB4194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92310F-8AE5-A8F4-DB7C-0BC298B8C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D22AE-9473-1567-0F17-C75360365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71BB8-9EE8-457C-B737-15FE32EE095D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D444D-6BB8-A4CA-5BED-842D15F7B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D6864-1FA6-FE2F-8516-24F04C391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87FBF-96A0-467F-9A97-92FBBE1A3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34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B70E25-BF9C-D73A-23B6-4B94B396B7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9C59D2-A11C-0B78-2DA5-38B4AF684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4E74B-8B7F-CEF5-A55C-0B6FA20A3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71BB8-9EE8-457C-B737-15FE32EE095D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8DCA5-2025-EE06-97ED-6E4882EBA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F25A6-C3A4-FB7C-E051-55473B1CE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87FBF-96A0-467F-9A97-92FBBE1A3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338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CCA8B3-2A23-9DBF-2A58-470265C1D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FFF58-4AAF-0463-F618-A2FBFADF0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4D465-7FA4-0C36-BFB4-E22A8E8E58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71BB8-9EE8-457C-B737-15FE32EE095D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EAD96-C758-D48C-85FA-5C5EB7380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DCE73-E6B5-98A4-2907-115292C0EB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87FBF-96A0-467F-9A97-92FBBE1A3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45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8335E7B-CAEF-95AC-B986-04E62498D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459" r="24440" b="2522"/>
          <a:stretch>
            <a:fillRect/>
          </a:stretch>
        </p:blipFill>
        <p:spPr>
          <a:xfrm>
            <a:off x="0" y="1795"/>
            <a:ext cx="12192000" cy="68562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E60B3C-ADB2-6DB5-71BD-C2C742B7A7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10" y="1960745"/>
            <a:ext cx="5801964" cy="37175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254B9A-A795-E7DC-39B5-CEFEE39B58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4274" y="1902083"/>
            <a:ext cx="6108448" cy="38177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B5C4B59-4A9C-C8CF-D1E4-A18B230E949A}"/>
              </a:ext>
            </a:extLst>
          </p:cNvPr>
          <p:cNvSpPr txBox="1"/>
          <p:nvPr/>
        </p:nvSpPr>
        <p:spPr>
          <a:xfrm>
            <a:off x="1429966" y="916436"/>
            <a:ext cx="2733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PN repro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D2D2EB-C729-141B-FE06-3F9787096211}"/>
              </a:ext>
            </a:extLst>
          </p:cNvPr>
          <p:cNvSpPr txBox="1"/>
          <p:nvPr/>
        </p:nvSpPr>
        <p:spPr>
          <a:xfrm>
            <a:off x="6335288" y="947655"/>
            <a:ext cx="49196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PN cleaned, flare filtered</a:t>
            </a:r>
          </a:p>
        </p:txBody>
      </p:sp>
    </p:spTree>
    <p:extLst>
      <p:ext uri="{BB962C8B-B14F-4D97-AF65-F5344CB8AC3E}">
        <p14:creationId xmlns:p14="http://schemas.microsoft.com/office/powerpoint/2010/main" val="832823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6DF07C-97DD-B432-CE07-720D3573C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4DDE9D-712F-A7CE-1829-A06A205F2F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459" r="24440" b="2522"/>
          <a:stretch>
            <a:fillRect/>
          </a:stretch>
        </p:blipFill>
        <p:spPr>
          <a:xfrm>
            <a:off x="0" y="1795"/>
            <a:ext cx="12192000" cy="68562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B0E04A5-5B54-4765-04B4-25BD668333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173" y="1273846"/>
            <a:ext cx="8748895" cy="51464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EA5926-58B7-3177-3EED-398FBED82113}"/>
              </a:ext>
            </a:extLst>
          </p:cNvPr>
          <p:cNvSpPr txBox="1"/>
          <p:nvPr/>
        </p:nvSpPr>
        <p:spPr>
          <a:xfrm>
            <a:off x="2906705" y="437745"/>
            <a:ext cx="71498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PN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lightcurves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filtered intervals</a:t>
            </a:r>
          </a:p>
        </p:txBody>
      </p:sp>
    </p:spTree>
    <p:extLst>
      <p:ext uri="{BB962C8B-B14F-4D97-AF65-F5344CB8AC3E}">
        <p14:creationId xmlns:p14="http://schemas.microsoft.com/office/powerpoint/2010/main" val="873761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84B89E-1A64-43A8-0F31-B7703970F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CB6A65C-B42D-BE8B-02FC-BBE388ED45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459" r="24440" b="2522"/>
          <a:stretch>
            <a:fillRect/>
          </a:stretch>
        </p:blipFill>
        <p:spPr>
          <a:xfrm>
            <a:off x="0" y="1795"/>
            <a:ext cx="12192000" cy="68562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EC5B83-C4A0-2A1B-839B-506A5DFC82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803" y="782590"/>
            <a:ext cx="9402077" cy="58675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D613EC-F7ED-5EDA-33FC-C5541D555219}"/>
              </a:ext>
            </a:extLst>
          </p:cNvPr>
          <p:cNvSpPr txBox="1"/>
          <p:nvPr/>
        </p:nvSpPr>
        <p:spPr>
          <a:xfrm>
            <a:off x="868633" y="243981"/>
            <a:ext cx="102578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PN after additional cleaning, 200-1000 eV restricted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comet trail</a:t>
            </a:r>
          </a:p>
        </p:txBody>
      </p:sp>
    </p:spTree>
    <p:extLst>
      <p:ext uri="{BB962C8B-B14F-4D97-AF65-F5344CB8AC3E}">
        <p14:creationId xmlns:p14="http://schemas.microsoft.com/office/powerpoint/2010/main" val="1259512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E90BD6-8B1A-8780-DE23-38665888A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997388F-60E1-AD3C-A156-4DEB9401F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459" r="24440" b="2522"/>
          <a:stretch>
            <a:fillRect/>
          </a:stretch>
        </p:blipFill>
        <p:spPr>
          <a:xfrm>
            <a:off x="0" y="1795"/>
            <a:ext cx="12192000" cy="68562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6F353C-9762-9E2D-0238-29DC3A7FE8D9}"/>
              </a:ext>
            </a:extLst>
          </p:cNvPr>
          <p:cNvSpPr txBox="1"/>
          <p:nvPr/>
        </p:nvSpPr>
        <p:spPr>
          <a:xfrm>
            <a:off x="525759" y="625172"/>
            <a:ext cx="44389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PN background map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(uniform approx.)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8BFF78-4762-D268-34A4-C2F46CD534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05" y="2146654"/>
            <a:ext cx="5718461" cy="3547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F2A33C-2CC4-4959-00F0-E309A7D673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336" y="2146654"/>
            <a:ext cx="5718461" cy="35475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BA7901-42A9-8C94-8631-C36D55107D39}"/>
              </a:ext>
            </a:extLst>
          </p:cNvPr>
          <p:cNvSpPr txBox="1"/>
          <p:nvPr/>
        </p:nvSpPr>
        <p:spPr>
          <a:xfrm>
            <a:off x="6569805" y="871394"/>
            <a:ext cx="44389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PN exposure map</a:t>
            </a:r>
          </a:p>
        </p:txBody>
      </p:sp>
    </p:spTree>
    <p:extLst>
      <p:ext uri="{BB962C8B-B14F-4D97-AF65-F5344CB8AC3E}">
        <p14:creationId xmlns:p14="http://schemas.microsoft.com/office/powerpoint/2010/main" val="3506135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6748D5-F8D3-68D0-2D0C-E86AB739D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A7BAFA3-84E1-ADB2-CA69-A900F419B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459" r="24440" b="2522"/>
          <a:stretch>
            <a:fillRect/>
          </a:stretch>
        </p:blipFill>
        <p:spPr>
          <a:xfrm>
            <a:off x="0" y="1795"/>
            <a:ext cx="12192000" cy="68562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C6B785C-77DC-F7CE-DBDB-655DB3031E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5" t="21578" r="30611" b="20433"/>
          <a:stretch>
            <a:fillRect/>
          </a:stretch>
        </p:blipFill>
        <p:spPr>
          <a:xfrm>
            <a:off x="1641764" y="931299"/>
            <a:ext cx="8271164" cy="537167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134BA99-F2AC-5FBD-D3A3-367FDE2CE314}"/>
              </a:ext>
            </a:extLst>
          </p:cNvPr>
          <p:cNvSpPr txBox="1"/>
          <p:nvPr/>
        </p:nvSpPr>
        <p:spPr>
          <a:xfrm>
            <a:off x="868633" y="243981"/>
            <a:ext cx="10257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PN (soft band) with cheesed sources (from hard-band)</a:t>
            </a:r>
          </a:p>
        </p:txBody>
      </p:sp>
    </p:spTree>
    <p:extLst>
      <p:ext uri="{BB962C8B-B14F-4D97-AF65-F5344CB8AC3E}">
        <p14:creationId xmlns:p14="http://schemas.microsoft.com/office/powerpoint/2010/main" val="2431238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0039C3-3A50-FF1A-7C1B-04BA18A3E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17DB04A0-9D07-9F19-68C8-34FBFDE8EC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459" r="24440" b="2522"/>
          <a:stretch>
            <a:fillRect/>
          </a:stretch>
        </p:blipFill>
        <p:spPr>
          <a:xfrm>
            <a:off x="0" y="1795"/>
            <a:ext cx="12192000" cy="685620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56DDCDD-D57F-7A4F-0253-6AB197D528CB}"/>
              </a:ext>
            </a:extLst>
          </p:cNvPr>
          <p:cNvSpPr txBox="1"/>
          <p:nvPr/>
        </p:nvSpPr>
        <p:spPr>
          <a:xfrm>
            <a:off x="0" y="152979"/>
            <a:ext cx="6342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PN stacked corrected image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F7708B-F5F8-E45D-128C-5B36DBE830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373" y="1028700"/>
            <a:ext cx="5853543" cy="52681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4B6922-DBED-CE7E-19FA-246D538C2A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921" y="0"/>
            <a:ext cx="2488784" cy="22399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4E0C02-1605-B783-A8C0-27906E1777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921" y="2167484"/>
            <a:ext cx="2488784" cy="22399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FB08E11-BCE6-1CA1-20B1-B925E0C66A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921" y="4465115"/>
            <a:ext cx="2488784" cy="22399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1740E30-17D7-7F60-2C9E-B46E7647AAAC}"/>
              </a:ext>
            </a:extLst>
          </p:cNvPr>
          <p:cNvSpPr txBox="1"/>
          <p:nvPr/>
        </p:nvSpPr>
        <p:spPr>
          <a:xfrm>
            <a:off x="9598723" y="966354"/>
            <a:ext cx="1808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2E2542-4CE4-91CB-69D5-751AD0ACBC5A}"/>
              </a:ext>
            </a:extLst>
          </p:cNvPr>
          <p:cNvSpPr txBox="1"/>
          <p:nvPr/>
        </p:nvSpPr>
        <p:spPr>
          <a:xfrm>
            <a:off x="9258710" y="2995049"/>
            <a:ext cx="24887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81AFD6-7E2D-1124-1A69-3A1FAC264EC3}"/>
              </a:ext>
            </a:extLst>
          </p:cNvPr>
          <p:cNvSpPr txBox="1"/>
          <p:nvPr/>
        </p:nvSpPr>
        <p:spPr>
          <a:xfrm>
            <a:off x="9214843" y="5209889"/>
            <a:ext cx="24887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exposure</a:t>
            </a:r>
          </a:p>
        </p:txBody>
      </p:sp>
    </p:spTree>
    <p:extLst>
      <p:ext uri="{BB962C8B-B14F-4D97-AF65-F5344CB8AC3E}">
        <p14:creationId xmlns:p14="http://schemas.microsoft.com/office/powerpoint/2010/main" val="1854858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76915F-CAA6-51FB-CA6E-7EF183B9A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24AAC30-5A6C-3985-6049-F1CC6F8253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459" r="24440" b="2522"/>
          <a:stretch>
            <a:fillRect/>
          </a:stretch>
        </p:blipFill>
        <p:spPr>
          <a:xfrm>
            <a:off x="0" y="1795"/>
            <a:ext cx="12192000" cy="685620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D07689D-C949-AA3D-7164-90C60E122514}"/>
              </a:ext>
            </a:extLst>
          </p:cNvPr>
          <p:cNvSpPr txBox="1"/>
          <p:nvPr/>
        </p:nvSpPr>
        <p:spPr>
          <a:xfrm>
            <a:off x="1806026" y="385639"/>
            <a:ext cx="81484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MOS1 artifacts removed with </a:t>
            </a:r>
            <a:r>
              <a:rPr lang="en-US" sz="3200" u="sng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emanom</a:t>
            </a:r>
            <a:endParaRPr lang="en-US" sz="3200" u="sng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DDABDB-1D3E-854E-EF26-A98D3227D7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467"/>
          <a:stretch>
            <a:fillRect/>
          </a:stretch>
        </p:blipFill>
        <p:spPr>
          <a:xfrm>
            <a:off x="166716" y="1027458"/>
            <a:ext cx="4633884" cy="53878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F7DC7C-6CCF-6317-9AC2-7D13F0CA50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72" t="1258" r="44628" b="-1258"/>
          <a:stretch>
            <a:fillRect/>
          </a:stretch>
        </p:blipFill>
        <p:spPr>
          <a:xfrm>
            <a:off x="6016337" y="891248"/>
            <a:ext cx="5656466" cy="5581113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0ED95107-36B2-CE4D-1739-8B28ED09C9F5}"/>
              </a:ext>
            </a:extLst>
          </p:cNvPr>
          <p:cNvSpPr/>
          <p:nvPr/>
        </p:nvSpPr>
        <p:spPr>
          <a:xfrm>
            <a:off x="5247410" y="3260972"/>
            <a:ext cx="768927" cy="841664"/>
          </a:xfrm>
          <a:prstGeom prst="right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861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F12641-21E2-DFD2-6F6B-E1DD99700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A61D0DD-2F06-FCC1-72EC-2989A996C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459" r="24440" b="2522"/>
          <a:stretch>
            <a:fillRect/>
          </a:stretch>
        </p:blipFill>
        <p:spPr>
          <a:xfrm>
            <a:off x="0" y="1795"/>
            <a:ext cx="12192000" cy="685620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44E4317-614A-ADE2-87FB-5417CF7E552B}"/>
              </a:ext>
            </a:extLst>
          </p:cNvPr>
          <p:cNvSpPr txBox="1"/>
          <p:nvPr/>
        </p:nvSpPr>
        <p:spPr>
          <a:xfrm>
            <a:off x="920587" y="524391"/>
            <a:ext cx="37968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MOS1 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corrected &amp; stacked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6C26D4-02D7-2AE0-1C60-D779CCDBBE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786" y="1797627"/>
            <a:ext cx="5772214" cy="44520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8F48CC-7729-3CA8-A748-EC7CE0D2D4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898" y="1601609"/>
            <a:ext cx="5506875" cy="48899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60FAE3-342C-0CAE-8B93-04C220F29B49}"/>
              </a:ext>
            </a:extLst>
          </p:cNvPr>
          <p:cNvSpPr txBox="1"/>
          <p:nvPr/>
        </p:nvSpPr>
        <p:spPr>
          <a:xfrm>
            <a:off x="6746424" y="524391"/>
            <a:ext cx="37968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MOS2 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corrected &amp; stacked</a:t>
            </a:r>
          </a:p>
        </p:txBody>
      </p:sp>
    </p:spTree>
    <p:extLst>
      <p:ext uri="{BB962C8B-B14F-4D97-AF65-F5344CB8AC3E}">
        <p14:creationId xmlns:p14="http://schemas.microsoft.com/office/powerpoint/2010/main" val="3280893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9D66A9-6244-2EDA-7D16-A694CA295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2B1FB87-0FF2-67D9-BC2E-08BF1EAC5C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459" r="24440" b="2522"/>
          <a:stretch>
            <a:fillRect/>
          </a:stretch>
        </p:blipFill>
        <p:spPr>
          <a:xfrm>
            <a:off x="0" y="1795"/>
            <a:ext cx="12192000" cy="685620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42AE2A1-C636-B10D-E9F8-308842768587}"/>
              </a:ext>
            </a:extLst>
          </p:cNvPr>
          <p:cNvSpPr txBox="1"/>
          <p:nvPr/>
        </p:nvSpPr>
        <p:spPr>
          <a:xfrm>
            <a:off x="920587" y="524391"/>
            <a:ext cx="37968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PN (200-1000 eV) 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corrected &amp; stacked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FD568E-6A2F-8B46-64E6-E4A8DF3A3386}"/>
              </a:ext>
            </a:extLst>
          </p:cNvPr>
          <p:cNvSpPr txBox="1"/>
          <p:nvPr/>
        </p:nvSpPr>
        <p:spPr>
          <a:xfrm>
            <a:off x="6746424" y="524391"/>
            <a:ext cx="37968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PN (1000-4000 eV) 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corrected &amp; stacked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A5BD0B-BEAF-1A75-8481-6CCD49DD8C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66454"/>
            <a:ext cx="5564651" cy="49824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2671C5-06E6-DDB6-9EDA-8527D258E6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33" y="1766454"/>
            <a:ext cx="5299363" cy="476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706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8E20ED-6BC1-66A9-04E8-F63DCE07B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22562FF-2066-31EC-DBC8-130CC104B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459" r="24440" b="2522"/>
          <a:stretch>
            <a:fillRect/>
          </a:stretch>
        </p:blipFill>
        <p:spPr>
          <a:xfrm>
            <a:off x="0" y="1795"/>
            <a:ext cx="12192000" cy="68562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5B7840-857E-278D-0B86-5D159B1A1EB2}"/>
              </a:ext>
            </a:extLst>
          </p:cNvPr>
          <p:cNvSpPr txBox="1"/>
          <p:nvPr/>
        </p:nvSpPr>
        <p:spPr>
          <a:xfrm>
            <a:off x="7889424" y="2644170"/>
            <a:ext cx="39873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PN + MOS1 + MOS2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(200-1000 eV) 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corrected &amp; stacked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890085-137C-426F-1ED1-EBF0713DA3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34" y="72736"/>
            <a:ext cx="7543735" cy="671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71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94</Words>
  <Application>Microsoft Office PowerPoint</Application>
  <PresentationFormat>Widescreen</PresentationFormat>
  <Paragraphs>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Cabot</dc:creator>
  <cp:lastModifiedBy>S Cabot</cp:lastModifiedBy>
  <cp:revision>26</cp:revision>
  <dcterms:created xsi:type="dcterms:W3CDTF">2026-04-27T22:55:36Z</dcterms:created>
  <dcterms:modified xsi:type="dcterms:W3CDTF">2026-04-27T23:23:16Z</dcterms:modified>
</cp:coreProperties>
</file>